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6"/>
  </p:notesMasterIdLst>
  <p:sldIdLst>
    <p:sldId id="272" r:id="rId2"/>
    <p:sldId id="270" r:id="rId3"/>
    <p:sldId id="300" r:id="rId4"/>
    <p:sldId id="30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9" autoAdjust="0"/>
    <p:restoredTop sz="92701" autoAdjust="0"/>
  </p:normalViewPr>
  <p:slideViewPr>
    <p:cSldViewPr>
      <p:cViewPr>
        <p:scale>
          <a:sx n="70" d="100"/>
          <a:sy n="70" d="100"/>
        </p:scale>
        <p:origin x="2944" y="10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DCE52-DE8D-4125-ADD8-7A5C0955B24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4238F8-4C72-4845-BCA2-E1FE10D797EE}">
      <dgm:prSet/>
      <dgm:spPr/>
      <dgm:t>
        <a:bodyPr/>
        <a:lstStyle/>
        <a:p>
          <a:r>
            <a:rPr lang="en-US"/>
            <a:t>Implement</a:t>
          </a:r>
        </a:p>
      </dgm:t>
    </dgm:pt>
    <dgm:pt modelId="{C7728DFA-C496-4E85-B1BA-CC9805B37A3A}" type="parTrans" cxnId="{D290FC0D-9390-46EB-AC32-6F2084A45879}">
      <dgm:prSet/>
      <dgm:spPr/>
      <dgm:t>
        <a:bodyPr/>
        <a:lstStyle/>
        <a:p>
          <a:endParaRPr lang="en-US"/>
        </a:p>
      </dgm:t>
    </dgm:pt>
    <dgm:pt modelId="{8D0C3464-A243-444F-8777-7063418C770F}" type="sibTrans" cxnId="{D290FC0D-9390-46EB-AC32-6F2084A45879}">
      <dgm:prSet/>
      <dgm:spPr/>
      <dgm:t>
        <a:bodyPr/>
        <a:lstStyle/>
        <a:p>
          <a:endParaRPr lang="en-US"/>
        </a:p>
      </dgm:t>
    </dgm:pt>
    <dgm:pt modelId="{A0458AEE-CCCF-4D5B-B3D4-84BE74335564}">
      <dgm:prSet/>
      <dgm:spPr/>
      <dgm:t>
        <a:bodyPr/>
        <a:lstStyle/>
        <a:p>
          <a:r>
            <a:rPr lang="en-US" dirty="0"/>
            <a:t>Implement the code on g++.</a:t>
          </a:r>
        </a:p>
      </dgm:t>
    </dgm:pt>
    <dgm:pt modelId="{70143DEC-665D-41BE-A45A-58DCD094C1E4}" type="parTrans" cxnId="{C17541EE-E8B9-4734-A151-3EB39CA383B7}">
      <dgm:prSet/>
      <dgm:spPr/>
      <dgm:t>
        <a:bodyPr/>
        <a:lstStyle/>
        <a:p>
          <a:endParaRPr lang="en-US"/>
        </a:p>
      </dgm:t>
    </dgm:pt>
    <dgm:pt modelId="{4938067B-FDF2-4D2D-96FA-6C68EC8067E5}" type="sibTrans" cxnId="{C17541EE-E8B9-4734-A151-3EB39CA383B7}">
      <dgm:prSet/>
      <dgm:spPr/>
      <dgm:t>
        <a:bodyPr/>
        <a:lstStyle/>
        <a:p>
          <a:endParaRPr lang="en-US"/>
        </a:p>
      </dgm:t>
    </dgm:pt>
    <dgm:pt modelId="{806152DB-42BB-40CF-87A6-671FD7913B58}">
      <dgm:prSet/>
      <dgm:spPr/>
      <dgm:t>
        <a:bodyPr/>
        <a:lstStyle/>
        <a:p>
          <a:r>
            <a:rPr lang="en-US"/>
            <a:t>Take</a:t>
          </a:r>
        </a:p>
      </dgm:t>
    </dgm:pt>
    <dgm:pt modelId="{D9FA9202-0DAF-4CDB-B628-3071F2A9699B}" type="parTrans" cxnId="{96127191-E2CE-48F3-9B95-3ACD9F297FBE}">
      <dgm:prSet/>
      <dgm:spPr/>
      <dgm:t>
        <a:bodyPr/>
        <a:lstStyle/>
        <a:p>
          <a:endParaRPr lang="en-US"/>
        </a:p>
      </dgm:t>
    </dgm:pt>
    <dgm:pt modelId="{6CBE861B-9170-4EBF-A45A-3FCF0D3ABA51}" type="sibTrans" cxnId="{96127191-E2CE-48F3-9B95-3ACD9F297FBE}">
      <dgm:prSet/>
      <dgm:spPr/>
      <dgm:t>
        <a:bodyPr/>
        <a:lstStyle/>
        <a:p>
          <a:endParaRPr lang="en-US"/>
        </a:p>
      </dgm:t>
    </dgm:pt>
    <dgm:pt modelId="{2549CC2E-5A52-447A-8A39-3950C0C6C7E8}">
      <dgm:prSet/>
      <dgm:spPr/>
      <dgm:t>
        <a:bodyPr/>
        <a:lstStyle/>
        <a:p>
          <a:r>
            <a:rPr lang="en-US" dirty="0"/>
            <a:t>Take snapshots of your running project and paste on MS-Word file for submission on Google Classroom.</a:t>
          </a:r>
        </a:p>
      </dgm:t>
    </dgm:pt>
    <dgm:pt modelId="{D94A027B-A8B4-43A2-96E6-38C249DDFEAE}" type="parTrans" cxnId="{D20D5792-EA5A-4D14-A112-95475EE796AB}">
      <dgm:prSet/>
      <dgm:spPr/>
      <dgm:t>
        <a:bodyPr/>
        <a:lstStyle/>
        <a:p>
          <a:endParaRPr lang="en-US"/>
        </a:p>
      </dgm:t>
    </dgm:pt>
    <dgm:pt modelId="{CE8070A3-03B5-44B1-A2A8-65463006F1F2}" type="sibTrans" cxnId="{D20D5792-EA5A-4D14-A112-95475EE796AB}">
      <dgm:prSet/>
      <dgm:spPr/>
      <dgm:t>
        <a:bodyPr/>
        <a:lstStyle/>
        <a:p>
          <a:endParaRPr lang="en-US"/>
        </a:p>
      </dgm:t>
    </dgm:pt>
    <dgm:pt modelId="{980D1F69-83E4-443A-9AE4-365407FEBDE3}">
      <dgm:prSet/>
      <dgm:spPr/>
      <dgm:t>
        <a:bodyPr/>
        <a:lstStyle/>
        <a:p>
          <a:r>
            <a:rPr lang="en-US"/>
            <a:t>Test</a:t>
          </a:r>
        </a:p>
      </dgm:t>
    </dgm:pt>
    <dgm:pt modelId="{E2249997-61BF-4D5D-A584-83CAFA2DF0D0}" type="parTrans" cxnId="{A6EB8F52-F185-44D5-A3E2-D5827AE6148D}">
      <dgm:prSet/>
      <dgm:spPr/>
      <dgm:t>
        <a:bodyPr/>
        <a:lstStyle/>
        <a:p>
          <a:endParaRPr lang="en-US"/>
        </a:p>
      </dgm:t>
    </dgm:pt>
    <dgm:pt modelId="{73AC5E5B-8FB7-401A-AB83-170C53292BBA}" type="sibTrans" cxnId="{A6EB8F52-F185-44D5-A3E2-D5827AE6148D}">
      <dgm:prSet/>
      <dgm:spPr/>
      <dgm:t>
        <a:bodyPr/>
        <a:lstStyle/>
        <a:p>
          <a:endParaRPr lang="en-US"/>
        </a:p>
      </dgm:t>
    </dgm:pt>
    <dgm:pt modelId="{104769C9-5F0C-48C8-9D93-11A2321C3284}">
      <dgm:prSet/>
      <dgm:spPr/>
      <dgm:t>
        <a:bodyPr/>
        <a:lstStyle/>
        <a:p>
          <a:r>
            <a:rPr lang="en-US" dirty="0"/>
            <a:t>Test connection</a:t>
          </a:r>
        </a:p>
      </dgm:t>
    </dgm:pt>
    <dgm:pt modelId="{F7D362A7-1F64-470A-8127-94BF904600A9}" type="parTrans" cxnId="{37CFA4EB-D6F4-4719-AE81-6561E87CC089}">
      <dgm:prSet/>
      <dgm:spPr/>
      <dgm:t>
        <a:bodyPr/>
        <a:lstStyle/>
        <a:p>
          <a:endParaRPr lang="en-US"/>
        </a:p>
      </dgm:t>
    </dgm:pt>
    <dgm:pt modelId="{9F3C50C5-A102-45CC-9FA0-FA59E63A68D9}" type="sibTrans" cxnId="{37CFA4EB-D6F4-4719-AE81-6561E87CC089}">
      <dgm:prSet/>
      <dgm:spPr/>
      <dgm:t>
        <a:bodyPr/>
        <a:lstStyle/>
        <a:p>
          <a:endParaRPr lang="en-US"/>
        </a:p>
      </dgm:t>
    </dgm:pt>
    <dgm:pt modelId="{7D097DC8-92F5-4165-B272-07BBF9329447}">
      <dgm:prSet/>
      <dgm:spPr/>
      <dgm:t>
        <a:bodyPr/>
        <a:lstStyle/>
        <a:p>
          <a:r>
            <a:rPr lang="en-US"/>
            <a:t>Task</a:t>
          </a:r>
        </a:p>
      </dgm:t>
    </dgm:pt>
    <dgm:pt modelId="{1883B32E-81C9-477D-ACB8-01930097E2B0}" type="parTrans" cxnId="{AF0DDEA0-353B-4297-93DE-43749BA2123C}">
      <dgm:prSet/>
      <dgm:spPr/>
      <dgm:t>
        <a:bodyPr/>
        <a:lstStyle/>
        <a:p>
          <a:endParaRPr lang="en-US"/>
        </a:p>
      </dgm:t>
    </dgm:pt>
    <dgm:pt modelId="{8B8D82E6-AE43-4A7F-A648-12E9339ED529}" type="sibTrans" cxnId="{AF0DDEA0-353B-4297-93DE-43749BA2123C}">
      <dgm:prSet/>
      <dgm:spPr/>
      <dgm:t>
        <a:bodyPr/>
        <a:lstStyle/>
        <a:p>
          <a:endParaRPr lang="en-US"/>
        </a:p>
      </dgm:t>
    </dgm:pt>
    <dgm:pt modelId="{496990C2-F27F-4C11-8457-5CEA880E3888}">
      <dgm:prSet/>
      <dgm:spPr/>
      <dgm:t>
        <a:bodyPr/>
        <a:lstStyle/>
        <a:p>
          <a:r>
            <a:rPr lang="en-US" b="1" dirty="0">
              <a:solidFill>
                <a:srgbClr val="00B050"/>
              </a:solidFill>
            </a:rPr>
            <a:t>Home Task</a:t>
          </a:r>
        </a:p>
      </dgm:t>
    </dgm:pt>
    <dgm:pt modelId="{F0FF0172-5ADF-4D70-A65F-4C4B4FA21188}" type="parTrans" cxnId="{1B7D61DA-A884-42E5-9CBA-5E5F30AD6AFA}">
      <dgm:prSet/>
      <dgm:spPr/>
      <dgm:t>
        <a:bodyPr/>
        <a:lstStyle/>
        <a:p>
          <a:endParaRPr lang="en-US"/>
        </a:p>
      </dgm:t>
    </dgm:pt>
    <dgm:pt modelId="{415887BB-E825-46AB-9BFB-19CFA98E3F27}" type="sibTrans" cxnId="{1B7D61DA-A884-42E5-9CBA-5E5F30AD6AFA}">
      <dgm:prSet/>
      <dgm:spPr/>
      <dgm:t>
        <a:bodyPr/>
        <a:lstStyle/>
        <a:p>
          <a:endParaRPr lang="en-US"/>
        </a:p>
      </dgm:t>
    </dgm:pt>
    <dgm:pt modelId="{B83C27E6-19C9-40FF-9E2E-D2B1D5471700}">
      <dgm:prSet/>
      <dgm:spPr/>
      <dgm:t>
        <a:bodyPr/>
        <a:lstStyle/>
        <a:p>
          <a:r>
            <a:rPr lang="en-US" dirty="0"/>
            <a:t>Thoroughly understand socket programming of both TCP and UDP. </a:t>
          </a:r>
        </a:p>
      </dgm:t>
    </dgm:pt>
    <dgm:pt modelId="{B606A422-D900-45BE-90DD-F3283BB536B7}" type="parTrans" cxnId="{99F1727D-EA51-4FC3-BDC9-4F004679CAF1}">
      <dgm:prSet/>
      <dgm:spPr/>
      <dgm:t>
        <a:bodyPr/>
        <a:lstStyle/>
        <a:p>
          <a:endParaRPr lang="en-US"/>
        </a:p>
      </dgm:t>
    </dgm:pt>
    <dgm:pt modelId="{27DAD51E-E45E-4850-944F-5C8F90029E78}" type="sibTrans" cxnId="{99F1727D-EA51-4FC3-BDC9-4F004679CAF1}">
      <dgm:prSet/>
      <dgm:spPr/>
      <dgm:t>
        <a:bodyPr/>
        <a:lstStyle/>
        <a:p>
          <a:endParaRPr lang="en-US"/>
        </a:p>
      </dgm:t>
    </dgm:pt>
    <dgm:pt modelId="{CE12511E-6480-4A87-BA18-B4AC4B511A65}" type="pres">
      <dgm:prSet presAssocID="{AEADCE52-DE8D-4125-ADD8-7A5C0955B242}" presName="linearFlow" presStyleCnt="0">
        <dgm:presLayoutVars>
          <dgm:dir/>
          <dgm:animLvl val="lvl"/>
          <dgm:resizeHandles val="exact"/>
        </dgm:presLayoutVars>
      </dgm:prSet>
      <dgm:spPr/>
    </dgm:pt>
    <dgm:pt modelId="{36A26B24-9A1C-40F6-867E-81EC3093F562}" type="pres">
      <dgm:prSet presAssocID="{404238F8-4C72-4845-BCA2-E1FE10D797EE}" presName="composite" presStyleCnt="0"/>
      <dgm:spPr/>
    </dgm:pt>
    <dgm:pt modelId="{7598E4E9-A41B-48FB-9A57-9C2893BCD428}" type="pres">
      <dgm:prSet presAssocID="{404238F8-4C72-4845-BCA2-E1FE10D797E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839C386-2371-46E9-AE2A-18EB5B0B9F8B}" type="pres">
      <dgm:prSet presAssocID="{404238F8-4C72-4845-BCA2-E1FE10D797EE}" presName="descendantText" presStyleLbl="alignAcc1" presStyleIdx="0" presStyleCnt="4">
        <dgm:presLayoutVars>
          <dgm:bulletEnabled val="1"/>
        </dgm:presLayoutVars>
      </dgm:prSet>
      <dgm:spPr/>
    </dgm:pt>
    <dgm:pt modelId="{60350A10-3ED0-4EC8-B2AE-13E4F24B1100}" type="pres">
      <dgm:prSet presAssocID="{8D0C3464-A243-444F-8777-7063418C770F}" presName="sp" presStyleCnt="0"/>
      <dgm:spPr/>
    </dgm:pt>
    <dgm:pt modelId="{89ECFF26-886E-4A74-A144-99CC7C085FC0}" type="pres">
      <dgm:prSet presAssocID="{806152DB-42BB-40CF-87A6-671FD7913B58}" presName="composite" presStyleCnt="0"/>
      <dgm:spPr/>
    </dgm:pt>
    <dgm:pt modelId="{00BF82D0-2188-45AE-A059-5B842632E570}" type="pres">
      <dgm:prSet presAssocID="{806152DB-42BB-40CF-87A6-671FD7913B58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03454BA-C853-4521-BCC1-588AD0BBADBA}" type="pres">
      <dgm:prSet presAssocID="{806152DB-42BB-40CF-87A6-671FD7913B58}" presName="descendantText" presStyleLbl="alignAcc1" presStyleIdx="1" presStyleCnt="4">
        <dgm:presLayoutVars>
          <dgm:bulletEnabled val="1"/>
        </dgm:presLayoutVars>
      </dgm:prSet>
      <dgm:spPr/>
    </dgm:pt>
    <dgm:pt modelId="{03373EDA-BC4A-461B-BD99-FDA43675B096}" type="pres">
      <dgm:prSet presAssocID="{6CBE861B-9170-4EBF-A45A-3FCF0D3ABA51}" presName="sp" presStyleCnt="0"/>
      <dgm:spPr/>
    </dgm:pt>
    <dgm:pt modelId="{8FEA2D99-79D8-4561-89CB-9FC60F214C61}" type="pres">
      <dgm:prSet presAssocID="{980D1F69-83E4-443A-9AE4-365407FEBDE3}" presName="composite" presStyleCnt="0"/>
      <dgm:spPr/>
    </dgm:pt>
    <dgm:pt modelId="{8FAAD6A2-BAEF-44FE-8F70-A5B1DD4E1DFC}" type="pres">
      <dgm:prSet presAssocID="{980D1F69-83E4-443A-9AE4-365407FEBDE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51F97F4F-00F1-40E6-9957-3E327BF6E604}" type="pres">
      <dgm:prSet presAssocID="{980D1F69-83E4-443A-9AE4-365407FEBDE3}" presName="descendantText" presStyleLbl="alignAcc1" presStyleIdx="2" presStyleCnt="4">
        <dgm:presLayoutVars>
          <dgm:bulletEnabled val="1"/>
        </dgm:presLayoutVars>
      </dgm:prSet>
      <dgm:spPr/>
    </dgm:pt>
    <dgm:pt modelId="{31E8B0F9-469E-4052-BF93-E4268B7282D2}" type="pres">
      <dgm:prSet presAssocID="{73AC5E5B-8FB7-401A-AB83-170C53292BBA}" presName="sp" presStyleCnt="0"/>
      <dgm:spPr/>
    </dgm:pt>
    <dgm:pt modelId="{695138F5-7C4F-4CE4-9EB8-410EA4F8FCFB}" type="pres">
      <dgm:prSet presAssocID="{7D097DC8-92F5-4165-B272-07BBF9329447}" presName="composite" presStyleCnt="0"/>
      <dgm:spPr/>
    </dgm:pt>
    <dgm:pt modelId="{5478E9B9-1169-41B8-BCBD-60DB0424F6C2}" type="pres">
      <dgm:prSet presAssocID="{7D097DC8-92F5-4165-B272-07BBF932944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1F2A5D4-3C67-4637-857B-46A550030BAF}" type="pres">
      <dgm:prSet presAssocID="{7D097DC8-92F5-4165-B272-07BBF932944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90FC0D-9390-46EB-AC32-6F2084A45879}" srcId="{AEADCE52-DE8D-4125-ADD8-7A5C0955B242}" destId="{404238F8-4C72-4845-BCA2-E1FE10D797EE}" srcOrd="0" destOrd="0" parTransId="{C7728DFA-C496-4E85-B1BA-CC9805B37A3A}" sibTransId="{8D0C3464-A243-444F-8777-7063418C770F}"/>
    <dgm:cxn modelId="{20608218-1D95-43A1-A2AB-28A1B773894F}" type="presOf" srcId="{806152DB-42BB-40CF-87A6-671FD7913B58}" destId="{00BF82D0-2188-45AE-A059-5B842632E570}" srcOrd="0" destOrd="0" presId="urn:microsoft.com/office/officeart/2005/8/layout/chevron2"/>
    <dgm:cxn modelId="{F5B8701F-4B7B-494D-AB21-6478F81EDE64}" type="presOf" srcId="{B83C27E6-19C9-40FF-9E2E-D2B1D5471700}" destId="{91F2A5D4-3C67-4637-857B-46A550030BAF}" srcOrd="0" destOrd="1" presId="urn:microsoft.com/office/officeart/2005/8/layout/chevron2"/>
    <dgm:cxn modelId="{2ECD184A-1607-4F16-B50C-633904D9C084}" type="presOf" srcId="{496990C2-F27F-4C11-8457-5CEA880E3888}" destId="{91F2A5D4-3C67-4637-857B-46A550030BAF}" srcOrd="0" destOrd="0" presId="urn:microsoft.com/office/officeart/2005/8/layout/chevron2"/>
    <dgm:cxn modelId="{A6EB8F52-F185-44D5-A3E2-D5827AE6148D}" srcId="{AEADCE52-DE8D-4125-ADD8-7A5C0955B242}" destId="{980D1F69-83E4-443A-9AE4-365407FEBDE3}" srcOrd="2" destOrd="0" parTransId="{E2249997-61BF-4D5D-A584-83CAFA2DF0D0}" sibTransId="{73AC5E5B-8FB7-401A-AB83-170C53292BBA}"/>
    <dgm:cxn modelId="{1852CD70-8BB9-486A-A46B-FD462FDFBFA4}" type="presOf" srcId="{104769C9-5F0C-48C8-9D93-11A2321C3284}" destId="{51F97F4F-00F1-40E6-9957-3E327BF6E604}" srcOrd="0" destOrd="0" presId="urn:microsoft.com/office/officeart/2005/8/layout/chevron2"/>
    <dgm:cxn modelId="{AED08371-316B-4785-8981-F0C6E2B66909}" type="presOf" srcId="{A0458AEE-CCCF-4D5B-B3D4-84BE74335564}" destId="{C839C386-2371-46E9-AE2A-18EB5B0B9F8B}" srcOrd="0" destOrd="0" presId="urn:microsoft.com/office/officeart/2005/8/layout/chevron2"/>
    <dgm:cxn modelId="{99F1727D-EA51-4FC3-BDC9-4F004679CAF1}" srcId="{496990C2-F27F-4C11-8457-5CEA880E3888}" destId="{B83C27E6-19C9-40FF-9E2E-D2B1D5471700}" srcOrd="0" destOrd="0" parTransId="{B606A422-D900-45BE-90DD-F3283BB536B7}" sibTransId="{27DAD51E-E45E-4850-944F-5C8F90029E78}"/>
    <dgm:cxn modelId="{96127191-E2CE-48F3-9B95-3ACD9F297FBE}" srcId="{AEADCE52-DE8D-4125-ADD8-7A5C0955B242}" destId="{806152DB-42BB-40CF-87A6-671FD7913B58}" srcOrd="1" destOrd="0" parTransId="{D9FA9202-0DAF-4CDB-B628-3071F2A9699B}" sibTransId="{6CBE861B-9170-4EBF-A45A-3FCF0D3ABA51}"/>
    <dgm:cxn modelId="{D20D5792-EA5A-4D14-A112-95475EE796AB}" srcId="{806152DB-42BB-40CF-87A6-671FD7913B58}" destId="{2549CC2E-5A52-447A-8A39-3950C0C6C7E8}" srcOrd="0" destOrd="0" parTransId="{D94A027B-A8B4-43A2-96E6-38C249DDFEAE}" sibTransId="{CE8070A3-03B5-44B1-A2A8-65463006F1F2}"/>
    <dgm:cxn modelId="{AF0DDEA0-353B-4297-93DE-43749BA2123C}" srcId="{AEADCE52-DE8D-4125-ADD8-7A5C0955B242}" destId="{7D097DC8-92F5-4165-B272-07BBF9329447}" srcOrd="3" destOrd="0" parTransId="{1883B32E-81C9-477D-ACB8-01930097E2B0}" sibTransId="{8B8D82E6-AE43-4A7F-A648-12E9339ED529}"/>
    <dgm:cxn modelId="{3653E8C6-D728-48DF-A9D6-6B218CBB8634}" type="presOf" srcId="{980D1F69-83E4-443A-9AE4-365407FEBDE3}" destId="{8FAAD6A2-BAEF-44FE-8F70-A5B1DD4E1DFC}" srcOrd="0" destOrd="0" presId="urn:microsoft.com/office/officeart/2005/8/layout/chevron2"/>
    <dgm:cxn modelId="{879674CB-706A-4373-873B-520C47159E02}" type="presOf" srcId="{2549CC2E-5A52-447A-8A39-3950C0C6C7E8}" destId="{503454BA-C853-4521-BCC1-588AD0BBADBA}" srcOrd="0" destOrd="0" presId="urn:microsoft.com/office/officeart/2005/8/layout/chevron2"/>
    <dgm:cxn modelId="{1B7D61DA-A884-42E5-9CBA-5E5F30AD6AFA}" srcId="{7D097DC8-92F5-4165-B272-07BBF9329447}" destId="{496990C2-F27F-4C11-8457-5CEA880E3888}" srcOrd="0" destOrd="0" parTransId="{F0FF0172-5ADF-4D70-A65F-4C4B4FA21188}" sibTransId="{415887BB-E825-46AB-9BFB-19CFA98E3F27}"/>
    <dgm:cxn modelId="{47BF63E3-9DE0-4D30-8143-B43064379F73}" type="presOf" srcId="{404238F8-4C72-4845-BCA2-E1FE10D797EE}" destId="{7598E4E9-A41B-48FB-9A57-9C2893BCD428}" srcOrd="0" destOrd="0" presId="urn:microsoft.com/office/officeart/2005/8/layout/chevron2"/>
    <dgm:cxn modelId="{37CFA4EB-D6F4-4719-AE81-6561E87CC089}" srcId="{980D1F69-83E4-443A-9AE4-365407FEBDE3}" destId="{104769C9-5F0C-48C8-9D93-11A2321C3284}" srcOrd="0" destOrd="0" parTransId="{F7D362A7-1F64-470A-8127-94BF904600A9}" sibTransId="{9F3C50C5-A102-45CC-9FA0-FA59E63A68D9}"/>
    <dgm:cxn modelId="{B49611ED-FA5E-48DF-B193-55795EE5A000}" type="presOf" srcId="{7D097DC8-92F5-4165-B272-07BBF9329447}" destId="{5478E9B9-1169-41B8-BCBD-60DB0424F6C2}" srcOrd="0" destOrd="0" presId="urn:microsoft.com/office/officeart/2005/8/layout/chevron2"/>
    <dgm:cxn modelId="{C17541EE-E8B9-4734-A151-3EB39CA383B7}" srcId="{404238F8-4C72-4845-BCA2-E1FE10D797EE}" destId="{A0458AEE-CCCF-4D5B-B3D4-84BE74335564}" srcOrd="0" destOrd="0" parTransId="{70143DEC-665D-41BE-A45A-58DCD094C1E4}" sibTransId="{4938067B-FDF2-4D2D-96FA-6C68EC8067E5}"/>
    <dgm:cxn modelId="{92DBB8FE-4530-4904-B3DC-85050F78DDA5}" type="presOf" srcId="{AEADCE52-DE8D-4125-ADD8-7A5C0955B242}" destId="{CE12511E-6480-4A87-BA18-B4AC4B511A65}" srcOrd="0" destOrd="0" presId="urn:microsoft.com/office/officeart/2005/8/layout/chevron2"/>
    <dgm:cxn modelId="{B7E9E670-BCCF-44C0-839A-14B8774E442A}" type="presParOf" srcId="{CE12511E-6480-4A87-BA18-B4AC4B511A65}" destId="{36A26B24-9A1C-40F6-867E-81EC3093F562}" srcOrd="0" destOrd="0" presId="urn:microsoft.com/office/officeart/2005/8/layout/chevron2"/>
    <dgm:cxn modelId="{0C47BBA5-3F6B-4280-9C07-9AF4769C5C9A}" type="presParOf" srcId="{36A26B24-9A1C-40F6-867E-81EC3093F562}" destId="{7598E4E9-A41B-48FB-9A57-9C2893BCD428}" srcOrd="0" destOrd="0" presId="urn:microsoft.com/office/officeart/2005/8/layout/chevron2"/>
    <dgm:cxn modelId="{89C4563F-4844-46A5-928D-AB635332617F}" type="presParOf" srcId="{36A26B24-9A1C-40F6-867E-81EC3093F562}" destId="{C839C386-2371-46E9-AE2A-18EB5B0B9F8B}" srcOrd="1" destOrd="0" presId="urn:microsoft.com/office/officeart/2005/8/layout/chevron2"/>
    <dgm:cxn modelId="{17C53C0E-6842-4877-BD2D-15DE19D1178D}" type="presParOf" srcId="{CE12511E-6480-4A87-BA18-B4AC4B511A65}" destId="{60350A10-3ED0-4EC8-B2AE-13E4F24B1100}" srcOrd="1" destOrd="0" presId="urn:microsoft.com/office/officeart/2005/8/layout/chevron2"/>
    <dgm:cxn modelId="{559EC420-E029-4298-B6A9-0BA72D671716}" type="presParOf" srcId="{CE12511E-6480-4A87-BA18-B4AC4B511A65}" destId="{89ECFF26-886E-4A74-A144-99CC7C085FC0}" srcOrd="2" destOrd="0" presId="urn:microsoft.com/office/officeart/2005/8/layout/chevron2"/>
    <dgm:cxn modelId="{6B485D80-4257-4BD0-BDA5-63BE85E4936E}" type="presParOf" srcId="{89ECFF26-886E-4A74-A144-99CC7C085FC0}" destId="{00BF82D0-2188-45AE-A059-5B842632E570}" srcOrd="0" destOrd="0" presId="urn:microsoft.com/office/officeart/2005/8/layout/chevron2"/>
    <dgm:cxn modelId="{380055C5-1279-4769-A926-EC77364D0B68}" type="presParOf" srcId="{89ECFF26-886E-4A74-A144-99CC7C085FC0}" destId="{503454BA-C853-4521-BCC1-588AD0BBADBA}" srcOrd="1" destOrd="0" presId="urn:microsoft.com/office/officeart/2005/8/layout/chevron2"/>
    <dgm:cxn modelId="{FFED4B36-7C73-4108-B1EF-147CC6B3B388}" type="presParOf" srcId="{CE12511E-6480-4A87-BA18-B4AC4B511A65}" destId="{03373EDA-BC4A-461B-BD99-FDA43675B096}" srcOrd="3" destOrd="0" presId="urn:microsoft.com/office/officeart/2005/8/layout/chevron2"/>
    <dgm:cxn modelId="{08E715D9-601F-4529-85AF-64922F152DBD}" type="presParOf" srcId="{CE12511E-6480-4A87-BA18-B4AC4B511A65}" destId="{8FEA2D99-79D8-4561-89CB-9FC60F214C61}" srcOrd="4" destOrd="0" presId="urn:microsoft.com/office/officeart/2005/8/layout/chevron2"/>
    <dgm:cxn modelId="{A8CBDCD0-E508-4710-B1EE-1495D05D5262}" type="presParOf" srcId="{8FEA2D99-79D8-4561-89CB-9FC60F214C61}" destId="{8FAAD6A2-BAEF-44FE-8F70-A5B1DD4E1DFC}" srcOrd="0" destOrd="0" presId="urn:microsoft.com/office/officeart/2005/8/layout/chevron2"/>
    <dgm:cxn modelId="{BEA8E459-6444-4E4D-9944-53409CE2942C}" type="presParOf" srcId="{8FEA2D99-79D8-4561-89CB-9FC60F214C61}" destId="{51F97F4F-00F1-40E6-9957-3E327BF6E604}" srcOrd="1" destOrd="0" presId="urn:microsoft.com/office/officeart/2005/8/layout/chevron2"/>
    <dgm:cxn modelId="{51B6EB55-6710-4C0B-A15D-A862CCE09F6C}" type="presParOf" srcId="{CE12511E-6480-4A87-BA18-B4AC4B511A65}" destId="{31E8B0F9-469E-4052-BF93-E4268B7282D2}" srcOrd="5" destOrd="0" presId="urn:microsoft.com/office/officeart/2005/8/layout/chevron2"/>
    <dgm:cxn modelId="{AB8CAEF9-987D-4789-9F0F-F142F1DF0F82}" type="presParOf" srcId="{CE12511E-6480-4A87-BA18-B4AC4B511A65}" destId="{695138F5-7C4F-4CE4-9EB8-410EA4F8FCFB}" srcOrd="6" destOrd="0" presId="urn:microsoft.com/office/officeart/2005/8/layout/chevron2"/>
    <dgm:cxn modelId="{247E1652-D95C-41FD-80BF-9C5D19FFA4EB}" type="presParOf" srcId="{695138F5-7C4F-4CE4-9EB8-410EA4F8FCFB}" destId="{5478E9B9-1169-41B8-BCBD-60DB0424F6C2}" srcOrd="0" destOrd="0" presId="urn:microsoft.com/office/officeart/2005/8/layout/chevron2"/>
    <dgm:cxn modelId="{D2F69AF8-63CC-4E59-9277-735E7B8779F6}" type="presParOf" srcId="{695138F5-7C4F-4CE4-9EB8-410EA4F8FCFB}" destId="{91F2A5D4-3C67-4637-857B-46A550030BA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8E4E9-A41B-48FB-9A57-9C2893BCD428}">
      <dsp:nvSpPr>
        <dsp:cNvPr id="0" name=""/>
        <dsp:cNvSpPr/>
      </dsp:nvSpPr>
      <dsp:spPr>
        <a:xfrm rot="5400000">
          <a:off x="-228010" y="229009"/>
          <a:ext cx="1520069" cy="1064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</a:t>
          </a:r>
        </a:p>
      </dsp:txBody>
      <dsp:txXfrm rot="-5400000">
        <a:off x="1" y="533022"/>
        <a:ext cx="1064048" cy="456021"/>
      </dsp:txXfrm>
    </dsp:sp>
    <dsp:sp modelId="{C839C386-2371-46E9-AE2A-18EB5B0B9F8B}">
      <dsp:nvSpPr>
        <dsp:cNvPr id="0" name=""/>
        <dsp:cNvSpPr/>
      </dsp:nvSpPr>
      <dsp:spPr>
        <a:xfrm rot="5400000">
          <a:off x="2587129" y="-1522082"/>
          <a:ext cx="988044" cy="40342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Implement the code on g++.</a:t>
          </a:r>
        </a:p>
      </dsp:txBody>
      <dsp:txXfrm rot="-5400000">
        <a:off x="1064048" y="49231"/>
        <a:ext cx="3985975" cy="891580"/>
      </dsp:txXfrm>
    </dsp:sp>
    <dsp:sp modelId="{00BF82D0-2188-45AE-A059-5B842632E570}">
      <dsp:nvSpPr>
        <dsp:cNvPr id="0" name=""/>
        <dsp:cNvSpPr/>
      </dsp:nvSpPr>
      <dsp:spPr>
        <a:xfrm rot="5400000">
          <a:off x="-228010" y="1604957"/>
          <a:ext cx="1520069" cy="1064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Take</a:t>
          </a:r>
        </a:p>
      </dsp:txBody>
      <dsp:txXfrm rot="-5400000">
        <a:off x="1" y="1908970"/>
        <a:ext cx="1064048" cy="456021"/>
      </dsp:txXfrm>
    </dsp:sp>
    <dsp:sp modelId="{503454BA-C853-4521-BCC1-588AD0BBADBA}">
      <dsp:nvSpPr>
        <dsp:cNvPr id="0" name=""/>
        <dsp:cNvSpPr/>
      </dsp:nvSpPr>
      <dsp:spPr>
        <a:xfrm rot="5400000">
          <a:off x="2587129" y="-146133"/>
          <a:ext cx="988044" cy="40342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Take snapshots of your running project and paste on MS-Word file for submission on Google Classroom.</a:t>
          </a:r>
        </a:p>
      </dsp:txBody>
      <dsp:txXfrm rot="-5400000">
        <a:off x="1064048" y="1425180"/>
        <a:ext cx="3985975" cy="891580"/>
      </dsp:txXfrm>
    </dsp:sp>
    <dsp:sp modelId="{8FAAD6A2-BAEF-44FE-8F70-A5B1DD4E1DFC}">
      <dsp:nvSpPr>
        <dsp:cNvPr id="0" name=""/>
        <dsp:cNvSpPr/>
      </dsp:nvSpPr>
      <dsp:spPr>
        <a:xfrm rot="5400000">
          <a:off x="-228010" y="2980905"/>
          <a:ext cx="1520069" cy="1064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</a:t>
          </a:r>
        </a:p>
      </dsp:txBody>
      <dsp:txXfrm rot="-5400000">
        <a:off x="1" y="3284918"/>
        <a:ext cx="1064048" cy="456021"/>
      </dsp:txXfrm>
    </dsp:sp>
    <dsp:sp modelId="{51F97F4F-00F1-40E6-9957-3E327BF6E604}">
      <dsp:nvSpPr>
        <dsp:cNvPr id="0" name=""/>
        <dsp:cNvSpPr/>
      </dsp:nvSpPr>
      <dsp:spPr>
        <a:xfrm rot="5400000">
          <a:off x="2587129" y="1229814"/>
          <a:ext cx="988044" cy="40342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Test connection</a:t>
          </a:r>
        </a:p>
      </dsp:txBody>
      <dsp:txXfrm rot="-5400000">
        <a:off x="1064048" y="2801127"/>
        <a:ext cx="3985975" cy="891580"/>
      </dsp:txXfrm>
    </dsp:sp>
    <dsp:sp modelId="{5478E9B9-1169-41B8-BCBD-60DB0424F6C2}">
      <dsp:nvSpPr>
        <dsp:cNvPr id="0" name=""/>
        <dsp:cNvSpPr/>
      </dsp:nvSpPr>
      <dsp:spPr>
        <a:xfrm rot="5400000">
          <a:off x="-228010" y="4356854"/>
          <a:ext cx="1520069" cy="1064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</a:t>
          </a:r>
        </a:p>
      </dsp:txBody>
      <dsp:txXfrm rot="-5400000">
        <a:off x="1" y="4660867"/>
        <a:ext cx="1064048" cy="456021"/>
      </dsp:txXfrm>
    </dsp:sp>
    <dsp:sp modelId="{91F2A5D4-3C67-4637-857B-46A550030BAF}">
      <dsp:nvSpPr>
        <dsp:cNvPr id="0" name=""/>
        <dsp:cNvSpPr/>
      </dsp:nvSpPr>
      <dsp:spPr>
        <a:xfrm rot="5400000">
          <a:off x="2587129" y="2605762"/>
          <a:ext cx="988044" cy="40342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>
              <a:solidFill>
                <a:srgbClr val="00B050"/>
              </a:solidFill>
            </a:rPr>
            <a:t>Home Task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Thoroughly understand socket programming of both TCP and UDP. </a:t>
          </a:r>
        </a:p>
      </dsp:txBody>
      <dsp:txXfrm rot="-5400000">
        <a:off x="1064048" y="4177075"/>
        <a:ext cx="3985975" cy="891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6FCFC-82FE-41E9-85E1-30628C8B70DE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12A48-43E8-4FCE-AAD5-3BB891B4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2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2EC3875-C509-4CD0-8F2C-11B6A19DC526}" type="slidenum">
              <a:rPr lang="en-GB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3884906" y="8686409"/>
            <a:ext cx="2973094" cy="45759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8326" tIns="45930" rIns="88326" bIns="45930" anchor="b"/>
          <a:lstStyle/>
          <a:p>
            <a:pPr algn="r">
              <a:tabLst>
                <a:tab pos="0" algn="l"/>
                <a:tab pos="897392" algn="l"/>
                <a:tab pos="1794784" algn="l"/>
                <a:tab pos="2692176" algn="l"/>
                <a:tab pos="3589569" algn="l"/>
                <a:tab pos="4486961" algn="l"/>
                <a:tab pos="5384353" algn="l"/>
                <a:tab pos="6281745" algn="l"/>
                <a:tab pos="7179137" algn="l"/>
                <a:tab pos="8076529" algn="l"/>
                <a:tab pos="8973922" algn="l"/>
                <a:tab pos="9871314" algn="l"/>
              </a:tabLst>
            </a:pPr>
            <a:fld id="{B73C9DC1-A889-498E-9DB3-037A1ED53B66}" type="slidenum">
              <a:rPr lang="en-GB" sz="1200">
                <a:solidFill>
                  <a:srgbClr val="000000"/>
                </a:solidFill>
                <a:latin typeface="Times New Roman" pitchFamily="16" charset="0"/>
              </a:rPr>
              <a:pPr algn="r">
                <a:tabLst>
                  <a:tab pos="0" algn="l"/>
                  <a:tab pos="897392" algn="l"/>
                  <a:tab pos="1794784" algn="l"/>
                  <a:tab pos="2692176" algn="l"/>
                  <a:tab pos="3589569" algn="l"/>
                  <a:tab pos="4486961" algn="l"/>
                  <a:tab pos="5384353" algn="l"/>
                  <a:tab pos="6281745" algn="l"/>
                  <a:tab pos="7179137" algn="l"/>
                  <a:tab pos="8076529" algn="l"/>
                  <a:tab pos="8973922" algn="l"/>
                  <a:tab pos="9871314" algn="l"/>
                </a:tabLst>
              </a:pPr>
              <a:t>1</a:t>
            </a:fld>
            <a:endParaRPr lang="en-GB" sz="12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155685" y="685605"/>
            <a:ext cx="4548182" cy="342958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9739" tIns="44870" rIns="89739" bIns="4487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4277" name="Rectangle 3"/>
          <p:cNvSpPr txBox="1">
            <a:spLocks noGrp="1" noChangeArrowheads="1"/>
          </p:cNvSpPr>
          <p:nvPr>
            <p:ph type="body"/>
          </p:nvPr>
        </p:nvSpPr>
        <p:spPr>
          <a:xfrm>
            <a:off x="686576" y="4344767"/>
            <a:ext cx="5486400" cy="4115191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12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2EC3875-C509-4CD0-8F2C-11B6A19DC526}" type="slidenum">
              <a:rPr lang="en-GB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3884906" y="8686409"/>
            <a:ext cx="2973094" cy="45759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8326" tIns="45930" rIns="88326" bIns="45930" anchor="b"/>
          <a:lstStyle/>
          <a:p>
            <a:pPr algn="r">
              <a:tabLst>
                <a:tab pos="0" algn="l"/>
                <a:tab pos="897392" algn="l"/>
                <a:tab pos="1794784" algn="l"/>
                <a:tab pos="2692176" algn="l"/>
                <a:tab pos="3589569" algn="l"/>
                <a:tab pos="4486961" algn="l"/>
                <a:tab pos="5384353" algn="l"/>
                <a:tab pos="6281745" algn="l"/>
                <a:tab pos="7179137" algn="l"/>
                <a:tab pos="8076529" algn="l"/>
                <a:tab pos="8973922" algn="l"/>
                <a:tab pos="9871314" algn="l"/>
              </a:tabLst>
            </a:pPr>
            <a:fld id="{B73C9DC1-A889-498E-9DB3-037A1ED53B66}" type="slidenum">
              <a:rPr lang="en-GB" sz="1200">
                <a:solidFill>
                  <a:srgbClr val="000000"/>
                </a:solidFill>
                <a:latin typeface="Times New Roman" pitchFamily="16" charset="0"/>
              </a:rPr>
              <a:pPr algn="r">
                <a:tabLst>
                  <a:tab pos="0" algn="l"/>
                  <a:tab pos="897392" algn="l"/>
                  <a:tab pos="1794784" algn="l"/>
                  <a:tab pos="2692176" algn="l"/>
                  <a:tab pos="3589569" algn="l"/>
                  <a:tab pos="4486961" algn="l"/>
                  <a:tab pos="5384353" algn="l"/>
                  <a:tab pos="6281745" algn="l"/>
                  <a:tab pos="7179137" algn="l"/>
                  <a:tab pos="8076529" algn="l"/>
                  <a:tab pos="8973922" algn="l"/>
                  <a:tab pos="9871314" algn="l"/>
                </a:tabLst>
              </a:pPr>
              <a:t>2</a:t>
            </a:fld>
            <a:endParaRPr lang="en-GB" sz="12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155685" y="685605"/>
            <a:ext cx="4548182" cy="342958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9739" tIns="44870" rIns="89739" bIns="44870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4277" name="Rectangle 3"/>
          <p:cNvSpPr txBox="1">
            <a:spLocks noGrp="1" noChangeArrowheads="1"/>
          </p:cNvSpPr>
          <p:nvPr>
            <p:ph type="body"/>
          </p:nvPr>
        </p:nvSpPr>
        <p:spPr>
          <a:xfrm>
            <a:off x="686576" y="4344767"/>
            <a:ext cx="5486400" cy="4115191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8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0DC2-0758-4DBC-BA7A-2BCDBE904449}" type="datetime1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4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2F32-6295-45DD-80E8-28709FC11CD1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30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56F0-635E-4E1B-B742-98C2CA12085C}" type="datetime1">
              <a:rPr lang="en-US" smtClean="0">
                <a:solidFill>
                  <a:prstClr val="white"/>
                </a:solidFill>
              </a:rPr>
              <a:t>3/4/26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92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3AF7-3645-493A-9EAA-31F696154492}" type="datetime1">
              <a:rPr lang="en-US" smtClean="0">
                <a:solidFill>
                  <a:prstClr val="white"/>
                </a:solidFill>
              </a:rPr>
              <a:t>3/4/26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4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5032-60A7-4211-B84B-53DA5E306330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5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31E7-D299-441B-B158-4B78C670E8FC}" type="datetime1">
              <a:rPr lang="en-US" smtClean="0">
                <a:solidFill>
                  <a:prstClr val="white"/>
                </a:solidFill>
              </a:rPr>
              <a:t>3/4/26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9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1F2C-6ED7-431F-A515-4763866D1333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55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FEECDBF-8904-4D46-A724-7EB252C61741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97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10F3-43AC-422F-B77C-A1223F23CC91}" type="datetime1">
              <a:rPr lang="en-US" smtClean="0">
                <a:solidFill>
                  <a:prstClr val="white"/>
                </a:solidFill>
              </a:rPr>
              <a:t>3/4/26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38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09A1-82F9-4F4B-A546-69B62B3972D4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22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A22F-6EBA-41C0-B1F6-4C91416F3119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2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153F98-8ED7-487A-BF80-D27D1A9B799B}" type="datetime1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E82F07-FE4A-43CB-9592-AC3D3EC675D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1752600" y="307975"/>
            <a:ext cx="6629400" cy="1435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buClr>
                <a:srgbClr val="575F6D"/>
              </a:buClr>
              <a:buFont typeface="Century Schoolbook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4400" b="1" dirty="0">
              <a:solidFill>
                <a:srgbClr val="575F6D"/>
              </a:solidFill>
              <a:latin typeface="Century Schoolbook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277383" y="3866388"/>
            <a:ext cx="2589234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Instructor</a:t>
            </a: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Esha Iftikhar</a:t>
            </a:r>
            <a:endParaRPr lang="en-GB" sz="2000" b="1" dirty="0">
              <a:solidFill>
                <a:srgbClr val="2C3036"/>
              </a:solidFill>
              <a:latin typeface="Times New Roman" pitchFamily="16" charset="0"/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4953000"/>
            <a:ext cx="1600200" cy="134753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419100" y="520162"/>
            <a:ext cx="8305800" cy="3775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ctr">
              <a:buClr>
                <a:srgbClr val="414752"/>
              </a:buClr>
              <a:buFont typeface="Century Schoolbook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>
                <a:latin typeface="Century Schoolbook"/>
              </a:rPr>
              <a:t>Lab 7</a:t>
            </a:r>
            <a:br>
              <a:rPr lang="en-US" sz="3200" b="1" dirty="0">
                <a:latin typeface="Century Schoolbook"/>
              </a:rPr>
            </a:br>
            <a:r>
              <a:rPr lang="en-US" sz="3200" b="1" dirty="0">
                <a:latin typeface="Century Schoolbook"/>
              </a:rPr>
              <a:t>Part-II: Socket Programming</a:t>
            </a:r>
          </a:p>
          <a:p>
            <a:pPr algn="ctr"/>
            <a:br>
              <a:rPr lang="en-US" sz="2800" dirty="0">
                <a:solidFill>
                  <a:prstClr val="black"/>
                </a:solidFill>
                <a:latin typeface="Century Schoolbook"/>
              </a:rPr>
            </a:br>
            <a:endParaRPr lang="en-US" sz="2800" dirty="0">
              <a:solidFill>
                <a:prstClr val="black"/>
              </a:solidFill>
              <a:latin typeface="Century Schoolbook"/>
            </a:endParaRPr>
          </a:p>
          <a:p>
            <a:pPr algn="ctr">
              <a:buClr>
                <a:srgbClr val="414752"/>
              </a:buClr>
              <a:buFont typeface="Century Schoolbook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800" b="1" dirty="0">
              <a:solidFill>
                <a:srgbClr val="414752"/>
              </a:solidFill>
              <a:latin typeface="Century Schoolbook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F10D4-CB81-479D-8D88-93237B38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9B61-F83F-404D-9D98-77993978FDE0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D5B14-317A-4DF3-BA38-9DE97E19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3955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11A978AA-7672-42C4-B5ED-55539D564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B938393-3C03-4A4C-9BEF-927DC2366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092A857-B226-45FB-955B-CBB2C1B53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241173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129" y="1608667"/>
            <a:ext cx="1917293" cy="4491015"/>
          </a:xfrm>
        </p:spPr>
        <p:txBody>
          <a:bodyPr anchor="t">
            <a:normAutofit/>
          </a:bodyPr>
          <a:lstStyle/>
          <a:p>
            <a:pPr algn="r"/>
            <a:r>
              <a:rPr lang="en-GB" sz="2800" b="1">
                <a:solidFill>
                  <a:srgbClr val="FFFFFF"/>
                </a:solidFill>
                <a:latin typeface="Century Schoolbook" charset="0"/>
              </a:rPr>
              <a:t>Todays Topics</a:t>
            </a: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732021" y="1608667"/>
            <a:ext cx="4718431" cy="4491015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Century Schoolbook"/>
              </a:rPr>
              <a:t>Socket Programming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entury Schoolbook"/>
              </a:rPr>
              <a:t>TCP Client-side socket programing 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entury Schoolbook"/>
              </a:rPr>
              <a:t>TCP Server side socket programming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entury Schoolbook"/>
              </a:rPr>
              <a:t>UDP Client-side socket programming 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entury Schoolbook"/>
              </a:rPr>
              <a:t>UDP Server side socket programming</a:t>
            </a:r>
            <a:br>
              <a:rPr lang="en-US" sz="1700" dirty="0">
                <a:solidFill>
                  <a:srgbClr val="FFFFFF"/>
                </a:solidFill>
                <a:latin typeface="Century Schoolbook"/>
              </a:rPr>
            </a:br>
            <a:endParaRPr lang="en-US" sz="1700" dirty="0">
              <a:solidFill>
                <a:srgbClr val="FFFFFF"/>
              </a:solidFill>
              <a:latin typeface="Century Schoolbook"/>
            </a:endParaRPr>
          </a:p>
          <a:p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1752600" y="307975"/>
            <a:ext cx="6629400" cy="1435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buClr>
                <a:srgbClr val="575F6D"/>
              </a:buClr>
              <a:buFont typeface="Century Schoolbook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4400" b="1" dirty="0">
              <a:solidFill>
                <a:srgbClr val="575F6D"/>
              </a:solidFill>
              <a:latin typeface="Century Schoolbook" charset="0"/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53400" y="5554659"/>
            <a:ext cx="914307" cy="76994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366DA-6606-44F2-B5EE-AD59FDCE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F41CD-E3B9-4FCA-AE89-3740160AE4B4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2B089-A0BF-4FC7-A10B-4F4FAFCD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12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Lab Tasks		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E8C67DBB-78EF-475F-A778-1BBF4C818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14444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A1167-5AC2-4572-9C3E-3E790590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FCB39-C331-4157-B74B-B4668BFDF865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E876-755E-4DE4-86E4-3CF71C47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54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629" y="3886200"/>
            <a:ext cx="6699835" cy="244801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2F32-6295-45DD-80E8-28709FC11CD1}" type="datetime1">
              <a:rPr lang="en-US" smtClean="0">
                <a:solidFill>
                  <a:prstClr val="black"/>
                </a:solidFill>
              </a:rPr>
              <a:t>3/4/26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64188"/>
            <a:ext cx="6858000" cy="285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780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1963</TotalTime>
  <Words>91</Words>
  <Application>Microsoft Macintosh PowerPoint</Application>
  <PresentationFormat>On-screen Show (4:3)</PresentationFormat>
  <Paragraphs>32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Calibri Light</vt:lpstr>
      <vt:lpstr>Century Schoolbook</vt:lpstr>
      <vt:lpstr>Times New Roman</vt:lpstr>
      <vt:lpstr>Wingdings</vt:lpstr>
      <vt:lpstr>Retrospect</vt:lpstr>
      <vt:lpstr>PowerPoint Presentation</vt:lpstr>
      <vt:lpstr>Todays Topics</vt:lpstr>
      <vt:lpstr>Lab Tasks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 Programming</dc:title>
  <dc:creator>Shahi Dost</dc:creator>
  <cp:lastModifiedBy>Hamza Mansoor</cp:lastModifiedBy>
  <cp:revision>56</cp:revision>
  <dcterms:created xsi:type="dcterms:W3CDTF">2014-10-14T16:23:49Z</dcterms:created>
  <dcterms:modified xsi:type="dcterms:W3CDTF">2026-03-05T03:56:22Z</dcterms:modified>
</cp:coreProperties>
</file>